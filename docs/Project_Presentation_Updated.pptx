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46338" y="878441"/>
            <a:ext cx="6507486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lang="en-IN" dirty="0"/>
              <a:t>AI-Powered </a:t>
            </a:r>
            <a:endParaRPr lang="en-IN" dirty="0" smtClean="0"/>
          </a:p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lang="en-IN" dirty="0" smtClean="0"/>
              <a:t>Multi-Agent </a:t>
            </a:r>
            <a:r>
              <a:rPr lang="en-IN" dirty="0"/>
              <a:t>Financial </a:t>
            </a:r>
            <a:endParaRPr lang="en-IN" dirty="0" smtClean="0"/>
          </a:p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lang="en-IN" dirty="0" smtClean="0"/>
              <a:t>Intelligence </a:t>
            </a:r>
            <a:r>
              <a:rPr lang="en-IN" dirty="0"/>
              <a:t>Engine</a:t>
            </a:r>
          </a:p>
          <a:p>
            <a:pPr algn="ctr">
              <a:defRPr sz="54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85281" y="4184664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rPr dirty="0"/>
              <a:t>RAG-Based Investment Decision Support System with Explainable 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🎯 Problem Statement: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Financial analysts manually review hundreds of documents (10-K filings, earnings reports, news) to make investment decisions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Time-consuming process (4-6 hours per company analysis)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Risk of human bias and missed insights in unstructured 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Need for automated, explainable AI for financial decision-making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💡 Industry Gap: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GenAI adoption in Finance is 40%+ but lacks domain-specific solutions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Existing tools lack explainability and multi-step reasoning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$10B+ market demand for AI-driven investment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✨ Solution Architecture - Multi-Agent RAG System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Stage 1: REPLICATION (2.5 months) - Baseline Implementation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Build RAG system replicating Lewis et al. (2020) architecture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FinBERT embeddings + Pinecone vector database for retrieval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Risk scoring (TensorFlow) + sentiment analysis (PyTorch)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Benchmark: 85%+ retrieval accuracy on financial queries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Stage 2: GAP IMPROVEMENT (2.5 months) - Innovation &amp; Enhancement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Identified Gap: Single RAG lacks reasoning, multi-step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Multi-Agent Enhancement: 4 coordinated agents with reasoning chains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Advanced ML: Anomaly detection + LSTM price forecasting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Explainability Layer: Transparent agent decision paths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Research Papers &amp;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📚 Key Research Papers: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Phase 1 - RAG &amp; NLP Foundation: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1. Lewis et al. (2020) - 'Retrieval-Augmented Generation for Knowledge-Intensive NLP'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2. Huang et al. (2022) - 'FinBERT: Pretrained Language Model for Financial Communications'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3. Karpukhin et al. (2020) - 'Dense Passage Retrieval for Open-Domain QA'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Phase 2 - Multi-Agent &amp; ML: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4. Yao et al. (2023) - 'ReAct: Synergizing Reasoning and Acting in LLMs'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5. Lim et al. (2021) - 'Temporal Fusion Transformers for Time Series Forecasting'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Technology Stack &amp;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💻 Technology Stack &amp; Research Foundation: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Core Technologies: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Python | PyTorch (embeddings, LSTM) | TensorFlow (risk scoring, anomaly detection)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Pandas &amp; NumPy (data processing) | LangChain (agent coordination)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FinBERT (financial NLP) | Pinecone (vector database)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Research Papers Implemented: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RAG: Lewis et al. (2020) - Retrieval-Augmented Generation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Embeddings: FinBERT - Huang et al. (2022)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Agents: ReAct - Yao et al. (2023)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Industry Impact: GenAI in Finance ($10B+ market, 45% CAGR)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450</Words>
  <Application>Microsoft Office PowerPoint</Application>
  <PresentationFormat>On-screen Show (4:3)</PresentationFormat>
  <Paragraphs>54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3</cp:revision>
  <dcterms:created xsi:type="dcterms:W3CDTF">2013-01-27T09:14:16Z</dcterms:created>
  <dcterms:modified xsi:type="dcterms:W3CDTF">2026-05-23T17:14:25Z</dcterms:modified>
  <cp:category/>
</cp:coreProperties>
</file>